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3913188" cy="3913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3" userDrawn="1">
          <p15:clr>
            <a:srgbClr val="A4A3A4"/>
          </p15:clr>
        </p15:guide>
        <p15:guide id="2" pos="12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89"/>
    <p:restoredTop sz="94638"/>
  </p:normalViewPr>
  <p:slideViewPr>
    <p:cSldViewPr snapToGrid="0" snapToObjects="1" showGuides="1">
      <p:cViewPr varScale="1">
        <p:scale>
          <a:sx n="225" d="100"/>
          <a:sy n="225" d="100"/>
        </p:scale>
        <p:origin x="2056" y="168"/>
      </p:cViewPr>
      <p:guideLst>
        <p:guide orient="horz" pos="1233"/>
        <p:guide pos="12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3489" y="640423"/>
            <a:ext cx="3326210" cy="1362369"/>
          </a:xfrm>
        </p:spPr>
        <p:txBody>
          <a:bodyPr anchor="b"/>
          <a:lstStyle>
            <a:lvl1pPr algn="ctr">
              <a:defRPr sz="25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9149" y="2055330"/>
            <a:ext cx="2934891" cy="944781"/>
          </a:xfrm>
        </p:spPr>
        <p:txBody>
          <a:bodyPr/>
          <a:lstStyle>
            <a:lvl1pPr marL="0" indent="0" algn="ctr">
              <a:buNone/>
              <a:defRPr sz="1027"/>
            </a:lvl1pPr>
            <a:lvl2pPr marL="195682" indent="0" algn="ctr">
              <a:buNone/>
              <a:defRPr sz="856"/>
            </a:lvl2pPr>
            <a:lvl3pPr marL="391363" indent="0" algn="ctr">
              <a:buNone/>
              <a:defRPr sz="770"/>
            </a:lvl3pPr>
            <a:lvl4pPr marL="587045" indent="0" algn="ctr">
              <a:buNone/>
              <a:defRPr sz="685"/>
            </a:lvl4pPr>
            <a:lvl5pPr marL="782726" indent="0" algn="ctr">
              <a:buNone/>
              <a:defRPr sz="685"/>
            </a:lvl5pPr>
            <a:lvl6pPr marL="978408" indent="0" algn="ctr">
              <a:buNone/>
              <a:defRPr sz="685"/>
            </a:lvl6pPr>
            <a:lvl7pPr marL="1174090" indent="0" algn="ctr">
              <a:buNone/>
              <a:defRPr sz="685"/>
            </a:lvl7pPr>
            <a:lvl8pPr marL="1369771" indent="0" algn="ctr">
              <a:buNone/>
              <a:defRPr sz="685"/>
            </a:lvl8pPr>
            <a:lvl9pPr marL="1565453" indent="0" algn="ctr">
              <a:buNone/>
              <a:defRPr sz="68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818071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99207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994" y="975581"/>
            <a:ext cx="3375125" cy="1627777"/>
          </a:xfrm>
        </p:spPr>
        <p:txBody>
          <a:bodyPr anchor="b"/>
          <a:lstStyle>
            <a:lvl1pPr>
              <a:defRPr sz="25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994" y="2618757"/>
            <a:ext cx="3375125" cy="856010"/>
          </a:xfrm>
        </p:spPr>
        <p:txBody>
          <a:bodyPr/>
          <a:lstStyle>
            <a:lvl1pPr marL="0" indent="0">
              <a:buNone/>
              <a:defRPr sz="1027">
                <a:solidFill>
                  <a:schemeClr val="tx1"/>
                </a:solidFill>
              </a:defRPr>
            </a:lvl1pPr>
            <a:lvl2pPr marL="195682" indent="0">
              <a:buNone/>
              <a:defRPr sz="856">
                <a:solidFill>
                  <a:schemeClr val="tx1">
                    <a:tint val="75000"/>
                  </a:schemeClr>
                </a:solidFill>
              </a:defRPr>
            </a:lvl2pPr>
            <a:lvl3pPr marL="391363" indent="0">
              <a:buNone/>
              <a:defRPr sz="770">
                <a:solidFill>
                  <a:schemeClr val="tx1">
                    <a:tint val="75000"/>
                  </a:schemeClr>
                </a:solidFill>
              </a:defRPr>
            </a:lvl3pPr>
            <a:lvl4pPr marL="587045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4pPr>
            <a:lvl5pPr marL="782726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5pPr>
            <a:lvl6pPr marL="978408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6pPr>
            <a:lvl7pPr marL="1174090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7pPr>
            <a:lvl8pPr marL="1369771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8pPr>
            <a:lvl9pPr marL="1565453" indent="0">
              <a:buNone/>
              <a:defRPr sz="6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61845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9032" y="1041705"/>
            <a:ext cx="1663105" cy="2482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1051" y="1041705"/>
            <a:ext cx="1663105" cy="2482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70766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41" y="208342"/>
            <a:ext cx="3375125" cy="7563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42" y="959275"/>
            <a:ext cx="1655462" cy="470126"/>
          </a:xfrm>
        </p:spPr>
        <p:txBody>
          <a:bodyPr anchor="b"/>
          <a:lstStyle>
            <a:lvl1pPr marL="0" indent="0">
              <a:buNone/>
              <a:defRPr sz="1027" b="1"/>
            </a:lvl1pPr>
            <a:lvl2pPr marL="195682" indent="0">
              <a:buNone/>
              <a:defRPr sz="856" b="1"/>
            </a:lvl2pPr>
            <a:lvl3pPr marL="391363" indent="0">
              <a:buNone/>
              <a:defRPr sz="770" b="1"/>
            </a:lvl3pPr>
            <a:lvl4pPr marL="587045" indent="0">
              <a:buNone/>
              <a:defRPr sz="685" b="1"/>
            </a:lvl4pPr>
            <a:lvl5pPr marL="782726" indent="0">
              <a:buNone/>
              <a:defRPr sz="685" b="1"/>
            </a:lvl5pPr>
            <a:lvl6pPr marL="978408" indent="0">
              <a:buNone/>
              <a:defRPr sz="685" b="1"/>
            </a:lvl6pPr>
            <a:lvl7pPr marL="1174090" indent="0">
              <a:buNone/>
              <a:defRPr sz="685" b="1"/>
            </a:lvl7pPr>
            <a:lvl8pPr marL="1369771" indent="0">
              <a:buNone/>
              <a:defRPr sz="685" b="1"/>
            </a:lvl8pPr>
            <a:lvl9pPr marL="1565453" indent="0">
              <a:buNone/>
              <a:defRPr sz="68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542" y="1429401"/>
            <a:ext cx="1655462" cy="2102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81051" y="959275"/>
            <a:ext cx="1663615" cy="470126"/>
          </a:xfrm>
        </p:spPr>
        <p:txBody>
          <a:bodyPr anchor="b"/>
          <a:lstStyle>
            <a:lvl1pPr marL="0" indent="0">
              <a:buNone/>
              <a:defRPr sz="1027" b="1"/>
            </a:lvl1pPr>
            <a:lvl2pPr marL="195682" indent="0">
              <a:buNone/>
              <a:defRPr sz="856" b="1"/>
            </a:lvl2pPr>
            <a:lvl3pPr marL="391363" indent="0">
              <a:buNone/>
              <a:defRPr sz="770" b="1"/>
            </a:lvl3pPr>
            <a:lvl4pPr marL="587045" indent="0">
              <a:buNone/>
              <a:defRPr sz="685" b="1"/>
            </a:lvl4pPr>
            <a:lvl5pPr marL="782726" indent="0">
              <a:buNone/>
              <a:defRPr sz="685" b="1"/>
            </a:lvl5pPr>
            <a:lvl6pPr marL="978408" indent="0">
              <a:buNone/>
              <a:defRPr sz="685" b="1"/>
            </a:lvl6pPr>
            <a:lvl7pPr marL="1174090" indent="0">
              <a:buNone/>
              <a:defRPr sz="685" b="1"/>
            </a:lvl7pPr>
            <a:lvl8pPr marL="1369771" indent="0">
              <a:buNone/>
              <a:defRPr sz="685" b="1"/>
            </a:lvl8pPr>
            <a:lvl9pPr marL="1565453" indent="0">
              <a:buNone/>
              <a:defRPr sz="68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81051" y="1429401"/>
            <a:ext cx="1663615" cy="21024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100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9581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06778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41" y="260879"/>
            <a:ext cx="1262105" cy="913077"/>
          </a:xfrm>
        </p:spPr>
        <p:txBody>
          <a:bodyPr anchor="b"/>
          <a:lstStyle>
            <a:lvl1pPr>
              <a:defRPr sz="13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3615" y="563427"/>
            <a:ext cx="1981051" cy="2780900"/>
          </a:xfrm>
        </p:spPr>
        <p:txBody>
          <a:bodyPr/>
          <a:lstStyle>
            <a:lvl1pPr>
              <a:defRPr sz="1370"/>
            </a:lvl1pPr>
            <a:lvl2pPr>
              <a:defRPr sz="1198"/>
            </a:lvl2pPr>
            <a:lvl3pPr>
              <a:defRPr sz="1027"/>
            </a:lvl3pPr>
            <a:lvl4pPr>
              <a:defRPr sz="856"/>
            </a:lvl4pPr>
            <a:lvl5pPr>
              <a:defRPr sz="856"/>
            </a:lvl5pPr>
            <a:lvl6pPr>
              <a:defRPr sz="856"/>
            </a:lvl6pPr>
            <a:lvl7pPr>
              <a:defRPr sz="856"/>
            </a:lvl7pPr>
            <a:lvl8pPr>
              <a:defRPr sz="856"/>
            </a:lvl8pPr>
            <a:lvl9pPr>
              <a:defRPr sz="8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9541" y="1173957"/>
            <a:ext cx="1262105" cy="2174899"/>
          </a:xfrm>
        </p:spPr>
        <p:txBody>
          <a:bodyPr/>
          <a:lstStyle>
            <a:lvl1pPr marL="0" indent="0">
              <a:buNone/>
              <a:defRPr sz="685"/>
            </a:lvl1pPr>
            <a:lvl2pPr marL="195682" indent="0">
              <a:buNone/>
              <a:defRPr sz="599"/>
            </a:lvl2pPr>
            <a:lvl3pPr marL="391363" indent="0">
              <a:buNone/>
              <a:defRPr sz="514"/>
            </a:lvl3pPr>
            <a:lvl4pPr marL="587045" indent="0">
              <a:buNone/>
              <a:defRPr sz="428"/>
            </a:lvl4pPr>
            <a:lvl5pPr marL="782726" indent="0">
              <a:buNone/>
              <a:defRPr sz="428"/>
            </a:lvl5pPr>
            <a:lvl6pPr marL="978408" indent="0">
              <a:buNone/>
              <a:defRPr sz="428"/>
            </a:lvl6pPr>
            <a:lvl7pPr marL="1174090" indent="0">
              <a:buNone/>
              <a:defRPr sz="428"/>
            </a:lvl7pPr>
            <a:lvl8pPr marL="1369771" indent="0">
              <a:buNone/>
              <a:defRPr sz="428"/>
            </a:lvl8pPr>
            <a:lvl9pPr marL="1565453" indent="0">
              <a:buNone/>
              <a:defRPr sz="4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29850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41" y="260879"/>
            <a:ext cx="1262105" cy="913077"/>
          </a:xfrm>
        </p:spPr>
        <p:txBody>
          <a:bodyPr anchor="b"/>
          <a:lstStyle>
            <a:lvl1pPr>
              <a:defRPr sz="13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63615" y="563427"/>
            <a:ext cx="1981051" cy="2780900"/>
          </a:xfrm>
        </p:spPr>
        <p:txBody>
          <a:bodyPr anchor="t"/>
          <a:lstStyle>
            <a:lvl1pPr marL="0" indent="0">
              <a:buNone/>
              <a:defRPr sz="1370"/>
            </a:lvl1pPr>
            <a:lvl2pPr marL="195682" indent="0">
              <a:buNone/>
              <a:defRPr sz="1198"/>
            </a:lvl2pPr>
            <a:lvl3pPr marL="391363" indent="0">
              <a:buNone/>
              <a:defRPr sz="1027"/>
            </a:lvl3pPr>
            <a:lvl4pPr marL="587045" indent="0">
              <a:buNone/>
              <a:defRPr sz="856"/>
            </a:lvl4pPr>
            <a:lvl5pPr marL="782726" indent="0">
              <a:buNone/>
              <a:defRPr sz="856"/>
            </a:lvl5pPr>
            <a:lvl6pPr marL="978408" indent="0">
              <a:buNone/>
              <a:defRPr sz="856"/>
            </a:lvl6pPr>
            <a:lvl7pPr marL="1174090" indent="0">
              <a:buNone/>
              <a:defRPr sz="856"/>
            </a:lvl7pPr>
            <a:lvl8pPr marL="1369771" indent="0">
              <a:buNone/>
              <a:defRPr sz="856"/>
            </a:lvl8pPr>
            <a:lvl9pPr marL="1565453" indent="0">
              <a:buNone/>
              <a:defRPr sz="8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9541" y="1173957"/>
            <a:ext cx="1262105" cy="2174899"/>
          </a:xfrm>
        </p:spPr>
        <p:txBody>
          <a:bodyPr/>
          <a:lstStyle>
            <a:lvl1pPr marL="0" indent="0">
              <a:buNone/>
              <a:defRPr sz="685"/>
            </a:lvl1pPr>
            <a:lvl2pPr marL="195682" indent="0">
              <a:buNone/>
              <a:defRPr sz="599"/>
            </a:lvl2pPr>
            <a:lvl3pPr marL="391363" indent="0">
              <a:buNone/>
              <a:defRPr sz="514"/>
            </a:lvl3pPr>
            <a:lvl4pPr marL="587045" indent="0">
              <a:buNone/>
              <a:defRPr sz="428"/>
            </a:lvl4pPr>
            <a:lvl5pPr marL="782726" indent="0">
              <a:buNone/>
              <a:defRPr sz="428"/>
            </a:lvl5pPr>
            <a:lvl6pPr marL="978408" indent="0">
              <a:buNone/>
              <a:defRPr sz="428"/>
            </a:lvl6pPr>
            <a:lvl7pPr marL="1174090" indent="0">
              <a:buNone/>
              <a:defRPr sz="428"/>
            </a:lvl7pPr>
            <a:lvl8pPr marL="1369771" indent="0">
              <a:buNone/>
              <a:defRPr sz="428"/>
            </a:lvl8pPr>
            <a:lvl9pPr marL="1565453" indent="0">
              <a:buNone/>
              <a:defRPr sz="42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274465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08855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00375" y="208341"/>
            <a:ext cx="843781" cy="33162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9032" y="208341"/>
            <a:ext cx="2482429" cy="33162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7235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032" y="208342"/>
            <a:ext cx="3375125" cy="756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032" y="1041705"/>
            <a:ext cx="3375125" cy="2482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9032" y="3626946"/>
            <a:ext cx="880467" cy="208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E2CD0-1536-8041-B81F-010091393B6F}" type="datetimeFigureOut">
              <a:rPr lang="en-CO" smtClean="0"/>
              <a:t>5/26/25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6244" y="3626946"/>
            <a:ext cx="1320701" cy="208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63689" y="3626946"/>
            <a:ext cx="880467" cy="208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8C74E-CDA6-364D-8014-1A7354395A54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3823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91363" rtl="0" eaLnBrk="1" latinLnBrk="0" hangingPunct="1">
        <a:lnSpc>
          <a:spcPct val="90000"/>
        </a:lnSpc>
        <a:spcBef>
          <a:spcPct val="0"/>
        </a:spcBef>
        <a:buNone/>
        <a:defRPr sz="18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841" indent="-97841" algn="l" defTabSz="391363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198" kern="1200">
          <a:solidFill>
            <a:schemeClr val="tx1"/>
          </a:solidFill>
          <a:latin typeface="+mn-lt"/>
          <a:ea typeface="+mn-ea"/>
          <a:cs typeface="+mn-cs"/>
        </a:defRPr>
      </a:lvl1pPr>
      <a:lvl2pPr marL="293522" indent="-97841" algn="l" defTabSz="391363" rtl="0" eaLnBrk="1" latinLnBrk="0" hangingPunct="1">
        <a:lnSpc>
          <a:spcPct val="90000"/>
        </a:lnSpc>
        <a:spcBef>
          <a:spcPts val="214"/>
        </a:spcBef>
        <a:buFont typeface="Arial" panose="020B0604020202020204" pitchFamily="34" charset="0"/>
        <a:buChar char="•"/>
        <a:defRPr sz="1027" kern="1200">
          <a:solidFill>
            <a:schemeClr val="tx1"/>
          </a:solidFill>
          <a:latin typeface="+mn-lt"/>
          <a:ea typeface="+mn-ea"/>
          <a:cs typeface="+mn-cs"/>
        </a:defRPr>
      </a:lvl2pPr>
      <a:lvl3pPr marL="489204" indent="-97841" algn="l" defTabSz="391363" rtl="0" eaLnBrk="1" latinLnBrk="0" hangingPunct="1">
        <a:lnSpc>
          <a:spcPct val="90000"/>
        </a:lnSpc>
        <a:spcBef>
          <a:spcPts val="214"/>
        </a:spcBef>
        <a:buFont typeface="Arial" panose="020B0604020202020204" pitchFamily="34" charset="0"/>
        <a:buChar char="•"/>
        <a:defRPr sz="856" kern="1200">
          <a:solidFill>
            <a:schemeClr val="tx1"/>
          </a:solidFill>
          <a:latin typeface="+mn-lt"/>
          <a:ea typeface="+mn-ea"/>
          <a:cs typeface="+mn-cs"/>
        </a:defRPr>
      </a:lvl3pPr>
      <a:lvl4pPr marL="684886" indent="-97841" algn="l" defTabSz="391363" rtl="0" eaLnBrk="1" latinLnBrk="0" hangingPunct="1">
        <a:lnSpc>
          <a:spcPct val="90000"/>
        </a:lnSpc>
        <a:spcBef>
          <a:spcPts val="214"/>
        </a:spcBef>
        <a:buFont typeface="Arial" panose="020B0604020202020204" pitchFamily="34" charset="0"/>
        <a:buChar char="•"/>
        <a:defRPr sz="770" kern="1200">
          <a:solidFill>
            <a:schemeClr val="tx1"/>
          </a:solidFill>
          <a:latin typeface="+mn-lt"/>
          <a:ea typeface="+mn-ea"/>
          <a:cs typeface="+mn-cs"/>
        </a:defRPr>
      </a:lvl4pPr>
      <a:lvl5pPr marL="880567" indent="-97841" algn="l" defTabSz="391363" rtl="0" eaLnBrk="1" latinLnBrk="0" hangingPunct="1">
        <a:lnSpc>
          <a:spcPct val="90000"/>
        </a:lnSpc>
        <a:spcBef>
          <a:spcPts val="214"/>
        </a:spcBef>
        <a:buFont typeface="Arial" panose="020B0604020202020204" pitchFamily="34" charset="0"/>
        <a:buChar char="•"/>
        <a:defRPr sz="770" kern="1200">
          <a:solidFill>
            <a:schemeClr val="tx1"/>
          </a:solidFill>
          <a:latin typeface="+mn-lt"/>
          <a:ea typeface="+mn-ea"/>
          <a:cs typeface="+mn-cs"/>
        </a:defRPr>
      </a:lvl5pPr>
      <a:lvl6pPr marL="1076249" indent="-97841" algn="l" defTabSz="391363" rtl="0" eaLnBrk="1" latinLnBrk="0" hangingPunct="1">
        <a:lnSpc>
          <a:spcPct val="90000"/>
        </a:lnSpc>
        <a:spcBef>
          <a:spcPts val="214"/>
        </a:spcBef>
        <a:buFont typeface="Arial" panose="020B0604020202020204" pitchFamily="34" charset="0"/>
        <a:buChar char="•"/>
        <a:defRPr sz="770" kern="1200">
          <a:solidFill>
            <a:schemeClr val="tx1"/>
          </a:solidFill>
          <a:latin typeface="+mn-lt"/>
          <a:ea typeface="+mn-ea"/>
          <a:cs typeface="+mn-cs"/>
        </a:defRPr>
      </a:lvl6pPr>
      <a:lvl7pPr marL="1271930" indent="-97841" algn="l" defTabSz="391363" rtl="0" eaLnBrk="1" latinLnBrk="0" hangingPunct="1">
        <a:lnSpc>
          <a:spcPct val="90000"/>
        </a:lnSpc>
        <a:spcBef>
          <a:spcPts val="214"/>
        </a:spcBef>
        <a:buFont typeface="Arial" panose="020B0604020202020204" pitchFamily="34" charset="0"/>
        <a:buChar char="•"/>
        <a:defRPr sz="770" kern="1200">
          <a:solidFill>
            <a:schemeClr val="tx1"/>
          </a:solidFill>
          <a:latin typeface="+mn-lt"/>
          <a:ea typeface="+mn-ea"/>
          <a:cs typeface="+mn-cs"/>
        </a:defRPr>
      </a:lvl7pPr>
      <a:lvl8pPr marL="1467612" indent="-97841" algn="l" defTabSz="391363" rtl="0" eaLnBrk="1" latinLnBrk="0" hangingPunct="1">
        <a:lnSpc>
          <a:spcPct val="90000"/>
        </a:lnSpc>
        <a:spcBef>
          <a:spcPts val="214"/>
        </a:spcBef>
        <a:buFont typeface="Arial" panose="020B0604020202020204" pitchFamily="34" charset="0"/>
        <a:buChar char="•"/>
        <a:defRPr sz="770" kern="1200">
          <a:solidFill>
            <a:schemeClr val="tx1"/>
          </a:solidFill>
          <a:latin typeface="+mn-lt"/>
          <a:ea typeface="+mn-ea"/>
          <a:cs typeface="+mn-cs"/>
        </a:defRPr>
      </a:lvl8pPr>
      <a:lvl9pPr marL="1663294" indent="-97841" algn="l" defTabSz="391363" rtl="0" eaLnBrk="1" latinLnBrk="0" hangingPunct="1">
        <a:lnSpc>
          <a:spcPct val="90000"/>
        </a:lnSpc>
        <a:spcBef>
          <a:spcPts val="214"/>
        </a:spcBef>
        <a:buFont typeface="Arial" panose="020B0604020202020204" pitchFamily="34" charset="0"/>
        <a:buChar char="•"/>
        <a:defRPr sz="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1363" rtl="0" eaLnBrk="1" latinLnBrk="0" hangingPunct="1">
        <a:defRPr sz="770" kern="1200">
          <a:solidFill>
            <a:schemeClr val="tx1"/>
          </a:solidFill>
          <a:latin typeface="+mn-lt"/>
          <a:ea typeface="+mn-ea"/>
          <a:cs typeface="+mn-cs"/>
        </a:defRPr>
      </a:lvl1pPr>
      <a:lvl2pPr marL="195682" algn="l" defTabSz="391363" rtl="0" eaLnBrk="1" latinLnBrk="0" hangingPunct="1">
        <a:defRPr sz="770" kern="1200">
          <a:solidFill>
            <a:schemeClr val="tx1"/>
          </a:solidFill>
          <a:latin typeface="+mn-lt"/>
          <a:ea typeface="+mn-ea"/>
          <a:cs typeface="+mn-cs"/>
        </a:defRPr>
      </a:lvl2pPr>
      <a:lvl3pPr marL="391363" algn="l" defTabSz="391363" rtl="0" eaLnBrk="1" latinLnBrk="0" hangingPunct="1">
        <a:defRPr sz="770" kern="1200">
          <a:solidFill>
            <a:schemeClr val="tx1"/>
          </a:solidFill>
          <a:latin typeface="+mn-lt"/>
          <a:ea typeface="+mn-ea"/>
          <a:cs typeface="+mn-cs"/>
        </a:defRPr>
      </a:lvl3pPr>
      <a:lvl4pPr marL="587045" algn="l" defTabSz="391363" rtl="0" eaLnBrk="1" latinLnBrk="0" hangingPunct="1">
        <a:defRPr sz="770" kern="1200">
          <a:solidFill>
            <a:schemeClr val="tx1"/>
          </a:solidFill>
          <a:latin typeface="+mn-lt"/>
          <a:ea typeface="+mn-ea"/>
          <a:cs typeface="+mn-cs"/>
        </a:defRPr>
      </a:lvl4pPr>
      <a:lvl5pPr marL="782726" algn="l" defTabSz="391363" rtl="0" eaLnBrk="1" latinLnBrk="0" hangingPunct="1">
        <a:defRPr sz="770" kern="1200">
          <a:solidFill>
            <a:schemeClr val="tx1"/>
          </a:solidFill>
          <a:latin typeface="+mn-lt"/>
          <a:ea typeface="+mn-ea"/>
          <a:cs typeface="+mn-cs"/>
        </a:defRPr>
      </a:lvl5pPr>
      <a:lvl6pPr marL="978408" algn="l" defTabSz="391363" rtl="0" eaLnBrk="1" latinLnBrk="0" hangingPunct="1">
        <a:defRPr sz="770" kern="1200">
          <a:solidFill>
            <a:schemeClr val="tx1"/>
          </a:solidFill>
          <a:latin typeface="+mn-lt"/>
          <a:ea typeface="+mn-ea"/>
          <a:cs typeface="+mn-cs"/>
        </a:defRPr>
      </a:lvl6pPr>
      <a:lvl7pPr marL="1174090" algn="l" defTabSz="391363" rtl="0" eaLnBrk="1" latinLnBrk="0" hangingPunct="1">
        <a:defRPr sz="770" kern="1200">
          <a:solidFill>
            <a:schemeClr val="tx1"/>
          </a:solidFill>
          <a:latin typeface="+mn-lt"/>
          <a:ea typeface="+mn-ea"/>
          <a:cs typeface="+mn-cs"/>
        </a:defRPr>
      </a:lvl7pPr>
      <a:lvl8pPr marL="1369771" algn="l" defTabSz="391363" rtl="0" eaLnBrk="1" latinLnBrk="0" hangingPunct="1">
        <a:defRPr sz="770" kern="1200">
          <a:solidFill>
            <a:schemeClr val="tx1"/>
          </a:solidFill>
          <a:latin typeface="+mn-lt"/>
          <a:ea typeface="+mn-ea"/>
          <a:cs typeface="+mn-cs"/>
        </a:defRPr>
      </a:lvl8pPr>
      <a:lvl9pPr marL="1565453" algn="l" defTabSz="391363" rtl="0" eaLnBrk="1" latinLnBrk="0" hangingPunct="1">
        <a:defRPr sz="7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DEB610-253B-1DAD-0A6E-0D4DFBDFA587}"/>
              </a:ext>
            </a:extLst>
          </p:cNvPr>
          <p:cNvSpPr/>
          <p:nvPr/>
        </p:nvSpPr>
        <p:spPr>
          <a:xfrm>
            <a:off x="0" y="-444"/>
            <a:ext cx="3911065" cy="391363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latin typeface="Century Gothic" panose="020B0502020202020204" pitchFamily="34" charset="0"/>
              </a:rPr>
              <a:t>DGD</a:t>
            </a:r>
            <a:endParaRPr lang="en-US" sz="115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954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746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Gonzalez Duque</dc:creator>
  <cp:lastModifiedBy>Daniel Gonzalez Duque</cp:lastModifiedBy>
  <cp:revision>15</cp:revision>
  <dcterms:created xsi:type="dcterms:W3CDTF">2020-06-25T18:15:43Z</dcterms:created>
  <dcterms:modified xsi:type="dcterms:W3CDTF">2025-05-26T17:20:16Z</dcterms:modified>
</cp:coreProperties>
</file>